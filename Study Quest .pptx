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 Bold" panose="020B0803030501040103" pitchFamily="34" charset="0"/>
      <p:regular r:id="rId11"/>
      <p:bold r:id="rId12"/>
    </p:embeddedFont>
    <p:embeddedFont>
      <p:font typeface="Leckerli One" panose="02000503000000020003" pitchFamily="2" charset="77"/>
      <p:regular r:id="rId13"/>
    </p:embeddedFont>
    <p:embeddedFont>
      <p:font typeface="Lucidity Psych" pitchFamily="2" charset="77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7" autoAdjust="0"/>
  </p:normalViewPr>
  <p:slideViewPr>
    <p:cSldViewPr>
      <p:cViewPr varScale="1">
        <p:scale>
          <a:sx n="67" d="100"/>
          <a:sy n="67" d="100"/>
        </p:scale>
        <p:origin x="80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issaaalek/Study-Quest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70297" y="856080"/>
            <a:ext cx="4933795" cy="8574840"/>
          </a:xfrm>
          <a:custGeom>
            <a:avLst/>
            <a:gdLst/>
            <a:ahLst/>
            <a:cxnLst/>
            <a:rect l="l" t="t" r="r" b="b"/>
            <a:pathLst>
              <a:path w="4933795" h="8574840">
                <a:moveTo>
                  <a:pt x="0" y="0"/>
                </a:moveTo>
                <a:lnTo>
                  <a:pt x="4933795" y="0"/>
                </a:lnTo>
                <a:lnTo>
                  <a:pt x="4933795" y="8574840"/>
                </a:lnTo>
                <a:lnTo>
                  <a:pt x="0" y="8574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3" t="-1063" r="-1934" b="-13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476628" y="4439713"/>
            <a:ext cx="5870528" cy="322879"/>
          </a:xfrm>
          <a:custGeom>
            <a:avLst/>
            <a:gdLst/>
            <a:ahLst/>
            <a:cxnLst/>
            <a:rect l="l" t="t" r="r" b="b"/>
            <a:pathLst>
              <a:path w="5870528" h="322879">
                <a:moveTo>
                  <a:pt x="0" y="0"/>
                </a:moveTo>
                <a:lnTo>
                  <a:pt x="5870528" y="0"/>
                </a:lnTo>
                <a:lnTo>
                  <a:pt x="5870528" y="322879"/>
                </a:lnTo>
                <a:lnTo>
                  <a:pt x="0" y="322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258410" y="2863643"/>
            <a:ext cx="6306964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Study Quest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8085" y="5048250"/>
            <a:ext cx="8107613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A productivity app helping students stay focused, built by Isabella Aleksander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04988" y="6094499"/>
            <a:ext cx="4060676" cy="2482088"/>
          </a:xfrm>
          <a:custGeom>
            <a:avLst/>
            <a:gdLst/>
            <a:ahLst/>
            <a:cxnLst/>
            <a:rect l="l" t="t" r="r" b="b"/>
            <a:pathLst>
              <a:path w="4060676" h="2482088">
                <a:moveTo>
                  <a:pt x="0" y="0"/>
                </a:moveTo>
                <a:lnTo>
                  <a:pt x="4060676" y="0"/>
                </a:lnTo>
                <a:lnTo>
                  <a:pt x="4060676" y="2482088"/>
                </a:lnTo>
                <a:lnTo>
                  <a:pt x="0" y="2482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218077" y="6710327"/>
            <a:ext cx="1851846" cy="1805550"/>
          </a:xfrm>
          <a:custGeom>
            <a:avLst/>
            <a:gdLst/>
            <a:ahLst/>
            <a:cxnLst/>
            <a:rect l="l" t="t" r="r" b="b"/>
            <a:pathLst>
              <a:path w="1851846" h="1805550">
                <a:moveTo>
                  <a:pt x="0" y="0"/>
                </a:moveTo>
                <a:lnTo>
                  <a:pt x="1851846" y="0"/>
                </a:lnTo>
                <a:lnTo>
                  <a:pt x="1851846" y="1805550"/>
                </a:lnTo>
                <a:lnTo>
                  <a:pt x="0" y="1805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1379965">
            <a:off x="15870922" y="6592999"/>
            <a:ext cx="1235252" cy="2040206"/>
          </a:xfrm>
          <a:custGeom>
            <a:avLst/>
            <a:gdLst/>
            <a:ahLst/>
            <a:cxnLst/>
            <a:rect l="l" t="t" r="r" b="b"/>
            <a:pathLst>
              <a:path w="1235252" h="2040206">
                <a:moveTo>
                  <a:pt x="0" y="0"/>
                </a:moveTo>
                <a:lnTo>
                  <a:pt x="1235252" y="0"/>
                </a:lnTo>
                <a:lnTo>
                  <a:pt x="1235252" y="2040206"/>
                </a:lnTo>
                <a:lnTo>
                  <a:pt x="0" y="2040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44235" y="4271741"/>
            <a:ext cx="6565181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The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09415" y="1658716"/>
            <a:ext cx="1050138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Students struggle to focus while studying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Many cant study for more than 14 minutes before checking their phone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40% blame social media distractions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Eve having a phone nearby reduces focus on schoolwork.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43012" y="6643652"/>
            <a:ext cx="18518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753404" y="1286817"/>
            <a:ext cx="1711045" cy="2105902"/>
          </a:xfrm>
          <a:custGeom>
            <a:avLst/>
            <a:gdLst/>
            <a:ahLst/>
            <a:cxnLst/>
            <a:rect l="l" t="t" r="r" b="b"/>
            <a:pathLst>
              <a:path w="1711045" h="2105902">
                <a:moveTo>
                  <a:pt x="0" y="0"/>
                </a:moveTo>
                <a:lnTo>
                  <a:pt x="1711045" y="0"/>
                </a:lnTo>
                <a:lnTo>
                  <a:pt x="1711045" y="2105902"/>
                </a:lnTo>
                <a:lnTo>
                  <a:pt x="0" y="2105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365233" y="7040741"/>
            <a:ext cx="2487387" cy="1840666"/>
          </a:xfrm>
          <a:custGeom>
            <a:avLst/>
            <a:gdLst/>
            <a:ahLst/>
            <a:cxnLst/>
            <a:rect l="l" t="t" r="r" b="b"/>
            <a:pathLst>
              <a:path w="2487387" h="1840666">
                <a:moveTo>
                  <a:pt x="0" y="0"/>
                </a:moveTo>
                <a:lnTo>
                  <a:pt x="2487387" y="0"/>
                </a:lnTo>
                <a:lnTo>
                  <a:pt x="2487387" y="1840666"/>
                </a:lnTo>
                <a:lnTo>
                  <a:pt x="0" y="1840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642966"/>
            <a:ext cx="9911050" cy="483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Why Current Solutions wont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67807" y="3708400"/>
            <a:ext cx="588493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Feel boring or overwhelming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Rely only on reminders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Don’t motivate students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Ignore digital distraction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101962" y="887465"/>
            <a:ext cx="2393529" cy="4256035"/>
          </a:xfrm>
          <a:custGeom>
            <a:avLst/>
            <a:gdLst/>
            <a:ahLst/>
            <a:cxnLst/>
            <a:rect l="l" t="t" r="r" b="b"/>
            <a:pathLst>
              <a:path w="2393529" h="4256035">
                <a:moveTo>
                  <a:pt x="0" y="0"/>
                </a:moveTo>
                <a:lnTo>
                  <a:pt x="2393529" y="0"/>
                </a:lnTo>
                <a:lnTo>
                  <a:pt x="2393529" y="4256035"/>
                </a:lnTo>
                <a:lnTo>
                  <a:pt x="0" y="4256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01" t="-1305" r="-2504" b="-13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705978" y="949275"/>
            <a:ext cx="2418397" cy="4194225"/>
          </a:xfrm>
          <a:custGeom>
            <a:avLst/>
            <a:gdLst/>
            <a:ahLst/>
            <a:cxnLst/>
            <a:rect l="l" t="t" r="r" b="b"/>
            <a:pathLst>
              <a:path w="2418397" h="4194225">
                <a:moveTo>
                  <a:pt x="0" y="0"/>
                </a:moveTo>
                <a:lnTo>
                  <a:pt x="2418398" y="0"/>
                </a:lnTo>
                <a:lnTo>
                  <a:pt x="2418398" y="4194225"/>
                </a:lnTo>
                <a:lnTo>
                  <a:pt x="0" y="419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8" t="-720" r="-1922" b="-6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299224" y="949275"/>
            <a:ext cx="2368558" cy="4116232"/>
          </a:xfrm>
          <a:custGeom>
            <a:avLst/>
            <a:gdLst/>
            <a:ahLst/>
            <a:cxnLst/>
            <a:rect l="l" t="t" r="r" b="b"/>
            <a:pathLst>
              <a:path w="2368558" h="4116232">
                <a:moveTo>
                  <a:pt x="0" y="0"/>
                </a:moveTo>
                <a:lnTo>
                  <a:pt x="2368558" y="0"/>
                </a:lnTo>
                <a:lnTo>
                  <a:pt x="2368558" y="4116232"/>
                </a:lnTo>
                <a:lnTo>
                  <a:pt x="0" y="4116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77" t="-869" r="-2313" b="-8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858762" y="5366471"/>
            <a:ext cx="2363854" cy="4110544"/>
          </a:xfrm>
          <a:custGeom>
            <a:avLst/>
            <a:gdLst/>
            <a:ahLst/>
            <a:cxnLst/>
            <a:rect l="l" t="t" r="r" b="b"/>
            <a:pathLst>
              <a:path w="2363854" h="4110544">
                <a:moveTo>
                  <a:pt x="0" y="0"/>
                </a:moveTo>
                <a:lnTo>
                  <a:pt x="2363854" y="0"/>
                </a:lnTo>
                <a:lnTo>
                  <a:pt x="2363854" y="4110544"/>
                </a:lnTo>
                <a:lnTo>
                  <a:pt x="0" y="4110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355" t="-1637" r="-3211" b="-19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769006" y="5877612"/>
            <a:ext cx="1695804" cy="2920092"/>
          </a:xfrm>
          <a:custGeom>
            <a:avLst/>
            <a:gdLst/>
            <a:ahLst/>
            <a:cxnLst/>
            <a:rect l="l" t="t" r="r" b="b"/>
            <a:pathLst>
              <a:path w="1695804" h="2920092">
                <a:moveTo>
                  <a:pt x="0" y="0"/>
                </a:moveTo>
                <a:lnTo>
                  <a:pt x="1695804" y="0"/>
                </a:lnTo>
                <a:lnTo>
                  <a:pt x="1695804" y="2920093"/>
                </a:lnTo>
                <a:lnTo>
                  <a:pt x="0" y="2920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20" t="-1071" r="-3207" b="-24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717291" y="5881743"/>
            <a:ext cx="1699589" cy="2915962"/>
          </a:xfrm>
          <a:custGeom>
            <a:avLst/>
            <a:gdLst/>
            <a:ahLst/>
            <a:cxnLst/>
            <a:rect l="l" t="t" r="r" b="b"/>
            <a:pathLst>
              <a:path w="1699589" h="2915962">
                <a:moveTo>
                  <a:pt x="0" y="0"/>
                </a:moveTo>
                <a:lnTo>
                  <a:pt x="1699589" y="0"/>
                </a:lnTo>
                <a:lnTo>
                  <a:pt x="1699589" y="2915962"/>
                </a:lnTo>
                <a:lnTo>
                  <a:pt x="0" y="2915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833" t="-1366" r="-3273" b="-3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816937" y="5881743"/>
            <a:ext cx="1701690" cy="2915962"/>
          </a:xfrm>
          <a:custGeom>
            <a:avLst/>
            <a:gdLst/>
            <a:ahLst/>
            <a:cxnLst/>
            <a:rect l="l" t="t" r="r" b="b"/>
            <a:pathLst>
              <a:path w="1701690" h="2915962">
                <a:moveTo>
                  <a:pt x="0" y="0"/>
                </a:moveTo>
                <a:lnTo>
                  <a:pt x="1701690" y="0"/>
                </a:lnTo>
                <a:lnTo>
                  <a:pt x="1701690" y="2915962"/>
                </a:lnTo>
                <a:lnTo>
                  <a:pt x="0" y="2915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422" t="-4041" r="-3103" b="-41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589555" flipV="1">
            <a:off x="11441995" y="8172291"/>
            <a:ext cx="3193631" cy="1904566"/>
          </a:xfrm>
          <a:custGeom>
            <a:avLst/>
            <a:gdLst/>
            <a:ahLst/>
            <a:cxnLst/>
            <a:rect l="l" t="t" r="r" b="b"/>
            <a:pathLst>
              <a:path w="3193631" h="1904566">
                <a:moveTo>
                  <a:pt x="0" y="1904566"/>
                </a:moveTo>
                <a:lnTo>
                  <a:pt x="3193631" y="1904566"/>
                </a:lnTo>
                <a:lnTo>
                  <a:pt x="3193631" y="0"/>
                </a:lnTo>
                <a:lnTo>
                  <a:pt x="0" y="0"/>
                </a:lnTo>
                <a:lnTo>
                  <a:pt x="0" y="1904566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617395" y="3185026"/>
            <a:ext cx="966679" cy="292420"/>
          </a:xfrm>
          <a:custGeom>
            <a:avLst/>
            <a:gdLst/>
            <a:ahLst/>
            <a:cxnLst/>
            <a:rect l="l" t="t" r="r" b="b"/>
            <a:pathLst>
              <a:path w="966679" h="292420">
                <a:moveTo>
                  <a:pt x="0" y="0"/>
                </a:moveTo>
                <a:lnTo>
                  <a:pt x="966679" y="0"/>
                </a:lnTo>
                <a:lnTo>
                  <a:pt x="966679" y="292420"/>
                </a:lnTo>
                <a:lnTo>
                  <a:pt x="0" y="2924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42657" y="2452714"/>
            <a:ext cx="4478462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The Idea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9420" y="4188460"/>
            <a:ext cx="5884936" cy="420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Study Quest turns studying into a game. Students set goals, complete tasks, level up, earn rewards, and a focus mode. They do all of this while subconsciously reducing distraction.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3248201" y="3185026"/>
            <a:ext cx="966679" cy="292420"/>
          </a:xfrm>
          <a:custGeom>
            <a:avLst/>
            <a:gdLst/>
            <a:ahLst/>
            <a:cxnLst/>
            <a:rect l="l" t="t" r="r" b="b"/>
            <a:pathLst>
              <a:path w="966679" h="292420">
                <a:moveTo>
                  <a:pt x="0" y="0"/>
                </a:moveTo>
                <a:lnTo>
                  <a:pt x="966679" y="0"/>
                </a:lnTo>
                <a:lnTo>
                  <a:pt x="966679" y="292420"/>
                </a:lnTo>
                <a:lnTo>
                  <a:pt x="0" y="29242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33651" y="1182661"/>
            <a:ext cx="4619361" cy="7921679"/>
          </a:xfrm>
          <a:custGeom>
            <a:avLst/>
            <a:gdLst/>
            <a:ahLst/>
            <a:cxnLst/>
            <a:rect l="l" t="t" r="r" b="b"/>
            <a:pathLst>
              <a:path w="4619361" h="7921679">
                <a:moveTo>
                  <a:pt x="0" y="0"/>
                </a:moveTo>
                <a:lnTo>
                  <a:pt x="4619361" y="0"/>
                </a:lnTo>
                <a:lnTo>
                  <a:pt x="4619361" y="7921678"/>
                </a:lnTo>
                <a:lnTo>
                  <a:pt x="0" y="7921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814050" y="847725"/>
            <a:ext cx="6963776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Whats you Goal Screen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4154" y="4259683"/>
            <a:ext cx="6863568" cy="702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Once you pressed “Start Quest” on the home screen you get directed to “What’s your Goal?” screen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Set a goal (ex: SAT prep)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Choose deadline &amp; daily time</a:t>
            </a:r>
          </a:p>
          <a:p>
            <a:pPr marL="863599" lvl="1" indent="-431800" algn="ctr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Choose how much minutes/time you want to spend per day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696322" y="1095743"/>
            <a:ext cx="4675159" cy="8095514"/>
          </a:xfrm>
          <a:custGeom>
            <a:avLst/>
            <a:gdLst/>
            <a:ahLst/>
            <a:cxnLst/>
            <a:rect l="l" t="t" r="r" b="b"/>
            <a:pathLst>
              <a:path w="4675159" h="8095514">
                <a:moveTo>
                  <a:pt x="0" y="0"/>
                </a:moveTo>
                <a:lnTo>
                  <a:pt x="4675159" y="0"/>
                </a:lnTo>
                <a:lnTo>
                  <a:pt x="4675159" y="8095514"/>
                </a:lnTo>
                <a:lnTo>
                  <a:pt x="0" y="8095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78051" y="1730881"/>
            <a:ext cx="8610414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Dashboard Screen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1474" y="5067300"/>
            <a:ext cx="6863568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Displays the goal, the tasks inputed, progress bar, and user level.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Completing tasks unlocks rewards to keep students motivated.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62844" y="1707012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Rewards Screen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62844" y="5166759"/>
            <a:ext cx="686356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Once they reach 100% on the progress bar and level up, the user is directed to the rewars page. This is where they spin the wheel and get a random reward!</a:t>
            </a:r>
          </a:p>
        </p:txBody>
      </p:sp>
      <p:sp>
        <p:nvSpPr>
          <p:cNvPr id="6" name="Freeform 6"/>
          <p:cNvSpPr/>
          <p:nvPr/>
        </p:nvSpPr>
        <p:spPr>
          <a:xfrm>
            <a:off x="11005505" y="1177434"/>
            <a:ext cx="4564300" cy="7932132"/>
          </a:xfrm>
          <a:custGeom>
            <a:avLst/>
            <a:gdLst/>
            <a:ahLst/>
            <a:cxnLst/>
            <a:rect l="l" t="t" r="r" b="b"/>
            <a:pathLst>
              <a:path w="4564300" h="7932132">
                <a:moveTo>
                  <a:pt x="0" y="0"/>
                </a:moveTo>
                <a:lnTo>
                  <a:pt x="4564299" y="0"/>
                </a:lnTo>
                <a:lnTo>
                  <a:pt x="4564299" y="7932132"/>
                </a:lnTo>
                <a:lnTo>
                  <a:pt x="0" y="7932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77" t="-869" r="-2313" b="-87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74213" y="1707012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Focus Mode Screen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4213" y="5166759"/>
            <a:ext cx="6863568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Beach, forest, or mountain environments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Optional background music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Designed to reduce digital distraction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203673" y="1137094"/>
            <a:ext cx="4670269" cy="8121206"/>
          </a:xfrm>
          <a:custGeom>
            <a:avLst/>
            <a:gdLst/>
            <a:ahLst/>
            <a:cxnLst/>
            <a:rect l="l" t="t" r="r" b="b"/>
            <a:pathLst>
              <a:path w="4670269" h="8121206">
                <a:moveTo>
                  <a:pt x="0" y="0"/>
                </a:moveTo>
                <a:lnTo>
                  <a:pt x="4670269" y="0"/>
                </a:lnTo>
                <a:lnTo>
                  <a:pt x="4670269" y="8121206"/>
                </a:lnTo>
                <a:lnTo>
                  <a:pt x="0" y="81212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55" t="-1637" r="-3211" b="-19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230355" y="1137094"/>
            <a:ext cx="1437427" cy="2466173"/>
          </a:xfrm>
          <a:custGeom>
            <a:avLst/>
            <a:gdLst/>
            <a:ahLst/>
            <a:cxnLst/>
            <a:rect l="l" t="t" r="r" b="b"/>
            <a:pathLst>
              <a:path w="1437427" h="2466173">
                <a:moveTo>
                  <a:pt x="0" y="0"/>
                </a:moveTo>
                <a:lnTo>
                  <a:pt x="1437427" y="0"/>
                </a:lnTo>
                <a:lnTo>
                  <a:pt x="1437427" y="2466173"/>
                </a:lnTo>
                <a:lnTo>
                  <a:pt x="0" y="24661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33" t="-1366" r="-3273" b="-32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235585" y="4009872"/>
            <a:ext cx="1432197" cy="2466173"/>
          </a:xfrm>
          <a:custGeom>
            <a:avLst/>
            <a:gdLst/>
            <a:ahLst/>
            <a:cxnLst/>
            <a:rect l="l" t="t" r="r" b="b"/>
            <a:pathLst>
              <a:path w="1432197" h="2466173">
                <a:moveTo>
                  <a:pt x="0" y="0"/>
                </a:moveTo>
                <a:lnTo>
                  <a:pt x="1432197" y="0"/>
                </a:lnTo>
                <a:lnTo>
                  <a:pt x="1432197" y="2466174"/>
                </a:lnTo>
                <a:lnTo>
                  <a:pt x="0" y="2466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20" t="-1071" r="-3207" b="-24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235585" y="6804134"/>
            <a:ext cx="1432197" cy="2454166"/>
          </a:xfrm>
          <a:custGeom>
            <a:avLst/>
            <a:gdLst/>
            <a:ahLst/>
            <a:cxnLst/>
            <a:rect l="l" t="t" r="r" b="b"/>
            <a:pathLst>
              <a:path w="1432197" h="2454166">
                <a:moveTo>
                  <a:pt x="0" y="0"/>
                </a:moveTo>
                <a:lnTo>
                  <a:pt x="1432197" y="0"/>
                </a:lnTo>
                <a:lnTo>
                  <a:pt x="1432197" y="2454166"/>
                </a:lnTo>
                <a:lnTo>
                  <a:pt x="0" y="2454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422" t="-4041" r="-3103" b="-417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886" y="498472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341886" y="7960759"/>
            <a:ext cx="17604227" cy="1841296"/>
          </a:xfrm>
          <a:custGeom>
            <a:avLst/>
            <a:gdLst/>
            <a:ahLst/>
            <a:cxnLst/>
            <a:rect l="l" t="t" r="r" b="b"/>
            <a:pathLst>
              <a:path w="17604227" h="1841296">
                <a:moveTo>
                  <a:pt x="0" y="0"/>
                </a:moveTo>
                <a:lnTo>
                  <a:pt x="17604228" y="0"/>
                </a:lnTo>
                <a:lnTo>
                  <a:pt x="17604228" y="1841296"/>
                </a:lnTo>
                <a:lnTo>
                  <a:pt x="0" y="18412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794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525000" y="5364342"/>
            <a:ext cx="2596416" cy="2596416"/>
          </a:xfrm>
          <a:custGeom>
            <a:avLst/>
            <a:gdLst/>
            <a:ahLst/>
            <a:cxnLst/>
            <a:rect l="l" t="t" r="r" b="b"/>
            <a:pathLst>
              <a:path w="2596416" h="2596416">
                <a:moveTo>
                  <a:pt x="0" y="0"/>
                </a:moveTo>
                <a:lnTo>
                  <a:pt x="2596415" y="0"/>
                </a:lnTo>
                <a:lnTo>
                  <a:pt x="2596415" y="2596415"/>
                </a:lnTo>
                <a:lnTo>
                  <a:pt x="0" y="2596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000786" y="1861648"/>
            <a:ext cx="7607894" cy="2795901"/>
          </a:xfrm>
          <a:custGeom>
            <a:avLst/>
            <a:gdLst/>
            <a:ahLst/>
            <a:cxnLst/>
            <a:rect l="l" t="t" r="r" b="b"/>
            <a:pathLst>
              <a:path w="7607894" h="2795901">
                <a:moveTo>
                  <a:pt x="0" y="0"/>
                </a:moveTo>
                <a:lnTo>
                  <a:pt x="7607893" y="0"/>
                </a:lnTo>
                <a:lnTo>
                  <a:pt x="7607893" y="2795901"/>
                </a:lnTo>
                <a:lnTo>
                  <a:pt x="0" y="2795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452705"/>
            <a:ext cx="7440829" cy="320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u="sng">
                <a:solidFill>
                  <a:srgbClr val="295FFF"/>
                </a:solidFill>
                <a:latin typeface="Leckerli One"/>
                <a:ea typeface="Leckerli One"/>
                <a:cs typeface="Leckerli One"/>
                <a:sym typeface="Leckerli One"/>
              </a:rPr>
              <a:t>Tech Stack and Build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914900"/>
            <a:ext cx="6946826" cy="576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Built using </a:t>
            </a:r>
            <a:r>
              <a:rPr lang="en-US" sz="4048" dirty="0" err="1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Thunkable</a:t>
            </a:r>
            <a:endParaRPr lang="en-US" sz="4048" dirty="0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Designed and programmed independently</a:t>
            </a:r>
          </a:p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Has multi screen navigation, progress tracking, gamification logic, and interactive UI.</a:t>
            </a:r>
          </a:p>
          <a:p>
            <a:pPr marL="874075" lvl="1" indent="-437038" algn="ctr">
              <a:lnSpc>
                <a:spcPts val="5667"/>
              </a:lnSpc>
              <a:buFont typeface="Arial"/>
              <a:buChar char="•"/>
            </a:pP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GitHub: </a:t>
            </a: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  <a:hlinkClick r:id="rId6"/>
              </a:rPr>
              <a:t>https://github.com/issaaalek/Study-Quest</a:t>
            </a:r>
            <a:r>
              <a:rPr lang="en-US" sz="4048" dirty="0">
                <a:solidFill>
                  <a:srgbClr val="295FFF"/>
                </a:solidFill>
                <a:latin typeface="Lucidity Psych"/>
                <a:ea typeface="Lucidity Psych"/>
                <a:cs typeface="Lucidity Psych"/>
                <a:sym typeface="Lucidity Psych"/>
              </a:rPr>
              <a:t>  </a:t>
            </a:r>
          </a:p>
          <a:p>
            <a:pPr algn="ctr">
              <a:lnSpc>
                <a:spcPts val="5667"/>
              </a:lnSpc>
            </a:pPr>
            <a:endParaRPr lang="en-US" sz="4048" dirty="0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  <a:p>
            <a:pPr algn="ctr">
              <a:lnSpc>
                <a:spcPts val="5667"/>
              </a:lnSpc>
            </a:pPr>
            <a:endParaRPr lang="en-US" sz="4048" dirty="0">
              <a:solidFill>
                <a:srgbClr val="295FFF"/>
              </a:solidFill>
              <a:latin typeface="Lucidity Psych"/>
              <a:ea typeface="Lucidity Psych"/>
              <a:cs typeface="Lucidity Psych"/>
              <a:sym typeface="Lucidity Psych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92A21E-5802-D760-9B22-DE4A77892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3889" y="5629452"/>
            <a:ext cx="19685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277</Words>
  <Application>Microsoft Macintosh PowerPoint</Application>
  <PresentationFormat>Custom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Leckerli One</vt:lpstr>
      <vt:lpstr>Arial</vt:lpstr>
      <vt:lpstr>Lucidity Psych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Quest Presentation</dc:title>
  <cp:lastModifiedBy>Aleksander, Isabella - 0939744</cp:lastModifiedBy>
  <cp:revision>3</cp:revision>
  <dcterms:created xsi:type="dcterms:W3CDTF">2006-08-16T00:00:00Z</dcterms:created>
  <dcterms:modified xsi:type="dcterms:W3CDTF">2026-01-21T03:27:53Z</dcterms:modified>
  <dc:identifier>DAG-_4LNJME</dc:identifier>
</cp:coreProperties>
</file>